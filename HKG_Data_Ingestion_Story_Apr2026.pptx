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HKG DATA LAYER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12.1M+ Records · 23 Tables · 15+ Sources · Built in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62656"/>
            <a:ext cx="3200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Knowledge Garden  ·  XRWorkers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loaded into Supabase as of April 12,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502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612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12.1M+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3192" y="1627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 Loaded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4288" y="1115568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04288" y="1115568"/>
            <a:ext cx="5029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1612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3160" y="1627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Tables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34256" y="1115568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4256" y="1115568"/>
            <a:ext cx="50292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161288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53128" y="162763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Providers (complete)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57984"/>
            <a:ext cx="502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20370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3192" y="26700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Sources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04288" y="2157984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304288" y="2157984"/>
            <a:ext cx="5029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20370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423160" y="26700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Tables Designed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34256" y="2157984"/>
            <a:ext cx="1920240" cy="9144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34256" y="2157984"/>
            <a:ext cx="50292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2203704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~Days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453128" y="26700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Build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1115568"/>
            <a:ext cx="2560320" cy="310896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1115568"/>
            <a:ext cx="50292" cy="3108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11704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TABLES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309360" y="1435608"/>
            <a:ext cx="2560320" cy="1737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143560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18120" y="143560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9,427,624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309360" y="1618488"/>
            <a:ext cx="2560320" cy="1737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161848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drug_adverse_events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18120" y="161848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139,798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309360" y="1801368"/>
            <a:ext cx="2560320" cy="1737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180136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medicare_part_d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818120" y="180136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309360" y="1984248"/>
            <a:ext cx="2560320" cy="1737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198424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medicare_utilization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818120" y="198424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309360" y="2167128"/>
            <a:ext cx="2560320" cy="1737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216712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icd10_cm_codes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818120" y="216712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97,584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2350008"/>
            <a:ext cx="2560320" cy="1737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235000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oig_exclusions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818120" y="235000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82,749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309360" y="2532888"/>
            <a:ext cx="2560320" cy="1737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253288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ndc_codes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818120" y="253288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82,740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09360" y="2715768"/>
            <a:ext cx="2560320" cy="1737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9088" y="271576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icd10_pcs_codes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818120" y="271576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78,948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09360" y="2898648"/>
            <a:ext cx="2560320" cy="1737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289864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pubmed_citations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818120" y="289864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59,798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309360" y="3081528"/>
            <a:ext cx="2560320" cy="1737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3081528"/>
            <a:ext cx="1554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clinical_trials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818120" y="3081528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33,593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CMS, NLM, FDA, HHS-OIG, NCBI — all public government datasets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INGESTION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followed this 5-stage 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755648" y="2423160"/>
            <a:ext cx="21945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1481328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88720"/>
            <a:ext cx="50292" cy="2606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" y="1645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993392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authoritative public API or bulk download. CMS, NLM, FDA, NCBI E-Utilities.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2423160"/>
            <a:ext cx="21945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188720"/>
            <a:ext cx="1481328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75104" y="1188720"/>
            <a:ext cx="50292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0789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48256" y="1645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66544" y="1993392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via HTTPS (Python stdlib urllib). Large ZIPs streamed to disk. NPPES ~5GB ZIP.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93792" y="2423160"/>
            <a:ext cx="21945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94176" y="1188720"/>
            <a:ext cx="1481328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94176" y="1188720"/>
            <a:ext cx="50292" cy="26060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1078992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1645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85616" y="1993392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or XML → Python dicts. Sample max field lengths before schema finalization.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12864" y="2423160"/>
            <a:ext cx="21945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1188720"/>
            <a:ext cx="1481328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13248" y="1188720"/>
            <a:ext cx="50292" cy="2606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25312" y="10789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1645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04688" y="1993392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Supabase PostgREST API (service_role key). 500–2K rec/batch. ~1,500 rec/sec.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0" y="1188720"/>
            <a:ext cx="1481328" cy="26060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0" y="1188720"/>
            <a:ext cx="50292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44384" y="1078992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4438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05472" y="1645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1993392"/>
            <a:ext cx="12984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actual counts via API (count=estimated). Never trust script output.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005072"/>
            <a:ext cx="859536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005072"/>
            <a:ext cx="50292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0507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02920" y="42793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ingestion script uses Python stdlib only — no external dependencies. Connects to Supabase over HTTPS so it runs anywhere without TCP firewall issues. Every script is UPSERT-based — safe to re-run without duplicates.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REGISTRY — THE 9.4 MILLION PROVIDER BEAST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NPPES · Largest single data load in the project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373075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37307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04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NPPES (National Plan &amp; Provider Enumeration System). Free public bulk download — updated monthly.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204825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~5GB ZIP → ~8GB unzipped CSV. Over 330 columns per provider row.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52374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CHALLENGE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272491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doesn't honor HTTP Range (resume). If interrupted, delete the partial file and restart. Always use _V2 suffix in filename.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20040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STRATEGY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5488" y="340156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records/batch via PostgREST UPSERT (on_conflict=npi). ~1,750 rec/sec. Full 9.4M ≈ 90 minutes on a local Mac.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387705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LIMIT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5488" y="407822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kills background processes at ~30 min. Full NPI load ran locally via npi_backfill.py, then persisted in Supabase.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0" y="1078992"/>
            <a:ext cx="4297680" cy="117043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78992"/>
            <a:ext cx="5029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1155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9,427,624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736592" y="177393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loaded  ·  100% of NPPES registry  ·  Complete April 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2377440"/>
            <a:ext cx="429768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0016" y="2432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4323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9,427,624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0016" y="272491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NPI identities (name, entity type, org name)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145536"/>
            <a:ext cx="429768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0016" y="3200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provider_addresses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20040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1,175,202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0016" y="34930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mailing location addresses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913632"/>
            <a:ext cx="4297680" cy="67665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0016" y="3968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provider_taxonomies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3968496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778,330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426110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taxonomy codes per provider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4736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the backbone. Every other source links to it — OIG exclusions, Medicare billing, hospital affiliations.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CODES ENGINE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ICD-10, HCPCS, DRG, NDC — the billing &amp; diagnostic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889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430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97,584 records · CMS FY2025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2532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CMS ZIP, parsed tabular text. Codes include description, chapter, section, billable flag. Diagnosis coding for every clinical encounter.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1078992"/>
            <a:ext cx="27889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78992"/>
            <a:ext cx="50292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11430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ICD-10-PCS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0984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78,948 records · CMS FY2025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00984" y="1627632"/>
            <a:ext cx="2532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CMS file from CM. 7-character alphanumeric procedure codes for inpatient stays. Inpatient procedure coding for DRG grouping and hospital reimbursement.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71616" y="1078992"/>
            <a:ext cx="27889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078992"/>
            <a:ext cx="50292" cy="1783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14300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HCPCS Level II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22,700 records · CMS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9632" y="1627632"/>
            <a:ext cx="25328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ZIP → alpha-coded CSV. Covers drugs, supplies, equipment not covered by CPT codes. Outpatient billing. Bridges CPT and NDC drug codes.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026664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26664"/>
            <a:ext cx="5029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 Codes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863 records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" y="3374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MS-DRG v42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48056" y="3575304"/>
            <a:ext cx="3904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MS-DRG table. Small dataset, single batch insert. Includes weight, ALOS, charges. Hospital inpatient reimbursement groupings. Each admission → one DRG.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026664"/>
            <a:ext cx="416052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26664"/>
            <a:ext cx="50292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 Drug Codes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82,740 records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1456" y="3374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FDA openFDA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91456" y="3575304"/>
            <a:ext cx="3904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 /drug/ndc endpoint. Paginated 1,000/call. JSONB active_ingredients batched at 100–200/call. Every drug product identifier. Links to RxNorm, interactions, adverse events.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&amp; SAFETY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RxNorm, FAERS, Drug Interactions — the pharmacology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RxNorm Drugs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25,790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426464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NLM RxNorm API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02336" y="1609344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 /allconcepts endpoint with TTY filters (SCD+SBD). Returns all concepts in a single call. 27K concepts fetched in minutes. No need for individual property lookups on initial load.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4251960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78992"/>
            <a:ext cx="5029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45736" y="1426464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RxNorm Interaction API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45736" y="1609344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RxNorm /interaction/list per drug concept. Severity-coded: contraindicated / major / moderate / minor. Powers the live Drug Interaction Checker on the platform.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4251960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15184"/>
            <a:ext cx="50292" cy="1371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FAERS Adverse 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679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139,798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2962656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FDA openFDA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" y="3145536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 /drug/event endpoint. URL brackets must be pre-encoded as %5B/%5D — urllib.parse.urlencode double-encodes them causing 500 errors. Quarterly batches Jan 2023–Mar 2026.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2615184"/>
            <a:ext cx="4251960" cy="13716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615184"/>
            <a:ext cx="5029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2679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DailyMed Drug Labels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2679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loaded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45736" y="2962656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NLM DailyMed API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45736" y="3145536"/>
            <a:ext cx="39959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DailyMed /spls endpoint for structured product labeling. Target: 5,500 labels. Ongoing load — matching to drugs table by NDC identifier. Full structured labels enable AI drug summarization.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50292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78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WELL FEATURE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2920" y="44165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Drug Interaction Checker is live at health.theknowledgegardens.com. Input multiple drugs → get severity-coded interaction cards + FAERS adverse event data. Free, public, trusted — the Patient Lane gravity well in action.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&amp; HOSPITAL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open data — follow the money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83464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3547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283464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17043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70,600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" y="184708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922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Drug-level prescribing stats per NPI — drug name, claim count, beneficiary count, total drug cost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76148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066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Part D Prescribers by Provider dataset via data.cms.gov API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367588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210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providers to prescribing behavior — inputs for fraud detection, utilization analysis, payer analytics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283464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078992"/>
            <a:ext cx="50292" cy="3547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1078992"/>
            <a:ext cx="2834640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97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17043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28416" y="18470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17922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Procedure-level payment data per NPI — service count, Medicare payment, avg submitted charge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28416" y="27614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7066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Physician &amp; Other Practitioners dataset. Paginated 5,000/call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28416" y="3675888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6210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intelligence: know exactly what any provider billed Medicare and what CMS paid them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63056" y="1078992"/>
            <a:ext cx="2834640" cy="35478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1078992"/>
            <a:ext cx="50292" cy="35478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1078992"/>
            <a:ext cx="2834640" cy="6035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10972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63256" y="1170432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2,058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72784" y="184708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17922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hospital facilities — name, address, CMS certification number, ownership type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72784" y="276148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7066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Hospital All Owners dataset. Single paginated fetch via CMS open API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72784" y="3675888"/>
            <a:ext cx="118872" cy="1188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3621024"/>
            <a:ext cx="24323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credentialing context. Cross-reference provider NPI to hospital affiliations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7548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LESSON: Dataset IDs change frequently. Always search data.cms.gov/data.json for current UUIDs before writing any ingestion script.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SAFETY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PubMed, ClinicalTrials.gov, OIG Exclusions, State Boards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Citations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59,798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426464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NCBI E-Utilities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02336" y="1627632"/>
            <a:ext cx="3995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esearch + efetch API. Queries by MeSH terms and date ranges. Returns structured JSON: PMID, title, authors, journal, abstract, DOI. Powers the Doctor Lane's 3-point verification research layer and the Patient Lane longevity content.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42519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78992"/>
            <a:ext cx="50292" cy="17190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266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33,593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45736" y="1426464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ClinicalTrials.gov API v2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45736" y="1627632"/>
            <a:ext cx="3995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via ClinicalTrials API v2 (beta endpoint). Returns NCT ID, title, phase, status, sponsor, conditions, interventions. Used for the Patient Lane longevity content and the Doctor Lane research feed.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42519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62656"/>
            <a:ext cx="50292" cy="17190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26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Exclusions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82,749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3310128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HHS-OIG LEIE (Mar 2026)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02336" y="3511296"/>
            <a:ext cx="3995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HHS OIG List of Excluded Individuals/Entities — monthly CSV download. Critical for credentialing: excluded providers cannot bill Medicare/Medicaid. ~2,900 of 9,120 matched to NPIs via reconciliation script. FK inserted null first, reconciled after NPI load.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17720" y="2962656"/>
            <a:ext cx="4251960" cy="1719072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962656"/>
            <a:ext cx="50292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3026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Medical Boards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45736" y="3310128"/>
            <a:ext cx="3995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Seed data (50 states + DC)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45736" y="3511296"/>
            <a:ext cx="3995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name, state, license verification URL, and API endpoint. Modeled as data nodes — adding a new state = adding a row, not writing code. Foundation for the 3-point credential verification workflow in the Admin Lane.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ingestion layer actually works under the hood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6035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· NLM · FDA · HHS · NCBI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0" y="165506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4114800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73936"/>
            <a:ext cx="5029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9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Ingestion Scripts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93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only · urllib · json · csv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0" y="23500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114800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50292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PostgREST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service_role key · 500–2K/batch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0449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4114800" cy="603504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63824"/>
            <a:ext cx="50292" cy="60350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(28 tables)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4838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· GIN indexes · triggers · audit logs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45920" y="3739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858768"/>
            <a:ext cx="4114800" cy="60350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858768"/>
            <a:ext cx="50292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(no build step)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78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PostgREST API directly from browser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1078992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078992"/>
            <a:ext cx="5029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124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92240" y="1124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500–2,000 rec/batch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3716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for most tables, 2K for NPI, 100–200 for large JSONB fields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17720" y="1709928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1709928"/>
            <a:ext cx="5029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SPEED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9224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rec/sec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20025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HTTPS PostgREST. No direct TCP — sandbox DNS blocks psycopg2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17720" y="2340864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340864"/>
            <a:ext cx="5029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3865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92240" y="2386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at once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26334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sources run simultaneously — ~8 min for 4 data sources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971800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2971800"/>
            <a:ext cx="5029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017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492240" y="3017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on_conflict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54880" y="32644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safe to re-run. Duplicates handled by ON CONFLICT clause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17720" y="3602736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17720" y="3602736"/>
            <a:ext cx="5029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9224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count=estimated query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38953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script output. Always verify via API after every load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17720" y="4233672"/>
            <a:ext cx="4251960" cy="54864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617720" y="4233672"/>
            <a:ext cx="5029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492240" y="42793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data_sources table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54880" y="45262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URL, scrape date, record count, validation status per dataset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HARD-WON LESSONS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what we learned, what we'd do the same way again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50292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14300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counts after every 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" y="144475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output lies. A batch process can silently die mid-run. Always query the actual record count via API immediately after any load completes.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36592" y="107899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078992"/>
            <a:ext cx="502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4300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schema columns before scripting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144475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returns 'column not found' for any name mismatch. Query information_schema.columns first — don't guess from the SQL file.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13432"/>
            <a:ext cx="5029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3774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field lengths before inserting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" y="267919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VARCHAR(5) fails on 40-char chapter names. Run max(len(field)) on a sample before first insert. Saves hours of ALTER TABLE reruns.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36592" y="231343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2313432"/>
            <a:ext cx="50292" cy="11430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3774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FK parents first; reconcile after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267919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exclusions reference NPI providers. Insert OIG with FK null → run reconcile script after NPI loads. Reusable pattern for any cross-table reference.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54787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47872"/>
            <a:ext cx="502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61188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independent data sources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2336" y="391363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running simultaneously (ClinicalTrials, RxNorm, SAM, Boards) finished in ~8 minutes total. Sequential would have taken 30+ minutes.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3547872"/>
            <a:ext cx="425196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3547872"/>
            <a:ext cx="5029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1188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URLs change — always check data.json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391363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download URLs return 404 after CMS refreshes. Search data.cms.gov/data.json for the current dataset UUID before writing any CMS script.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21259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data work + the graph layer that makes everything intelligent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51960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0292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LOINC Lab Codes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225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7,498 → 108K target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" y="155448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prefix-drilling pagination (NLM caps at 500/query)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36592" y="1170432"/>
            <a:ext cx="4251960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170432"/>
            <a:ext cx="50292" cy="7680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Terms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88352" y="12252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seed → 30K+ 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64608" y="155448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E-Utilities MeSH tree traversal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048256"/>
            <a:ext cx="4251960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48256"/>
            <a:ext cx="50292" cy="7680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SAM.gov Exclusions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loaded (needs API key)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432304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key required — DEMO_KEY is rate-limited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36592" y="2048256"/>
            <a:ext cx="4251960" cy="768096"/>
          </a:xfrm>
          <a:prstGeom prst="rect">
            <a:avLst/>
          </a:prstGeom>
          <a:solidFill>
            <a:srgbClr val="0F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048256"/>
            <a:ext cx="50292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DailyMed Drug Labels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88352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loaded → 5,500 target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64608" y="2432304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 DailyMed /spls endpoint, matched by NDC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127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NEXT MOVE: NEO4J GRAPH DATABASE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4198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12.1M records in Supabase is the raw material. The real product is the relationship graph — provider networks, credential chains, drug interaction pathways, billing hierarchies — modeled in Neo4j. That's when HKG becomes truly intelligent and defensible.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0965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health.theknowledgegardens.com  ·  Live and querying Supabase right 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Knowledge Garden  ·  XRWorkers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HKG Data Ingestion — How We Built It</dc:title>
  <dc:subject>PptxGenJS Presentation</dc:subject>
  <dc:creator>Chilly / XRWorkers</dc:creator>
  <cp:lastModifiedBy>Chilly / XRWorkers</cp:lastModifiedBy>
  <cp:revision>1</cp:revision>
  <dcterms:created xsi:type="dcterms:W3CDTF">2026-04-12T21:09:02Z</dcterms:created>
  <dcterms:modified xsi:type="dcterms:W3CDTF">2026-04-12T21:09:02Z</dcterms:modified>
</cp:coreProperties>
</file>